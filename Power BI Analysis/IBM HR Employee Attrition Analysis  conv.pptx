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745200" cy="10744200" type="custom"/>
  <p:notesSz cx="6858000" cy="9144000"/>
  <p:defaultTextStyle>
    <a:defPPr defTabSz="914400">
      <a:defRPr lang="en-US" dirty="0"/>
    </a:defPPr>
    <a:lvl1pPr marL="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1pPr>
    <a:lvl2pPr marL="4572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2pPr>
    <a:lvl3pPr marL="9144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3pPr>
    <a:lvl4pPr marL="13716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4pPr>
    <a:lvl5pPr marL="18288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5pPr>
    <a:lvl6pPr marL="22860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6pPr>
    <a:lvl7pPr marL="27432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7pPr>
    <a:lvl8pPr marL="32004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8pPr>
    <a:lvl9pPr marL="36576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/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3" Type="http://schemas.openxmlformats.org/officeDocument/2006/relationships/viewProps" Target="viewProps.xml" /><Relationship Id="rId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" Type="http://schemas.openxmlformats.org/officeDocument/2006/relationships/tableStyles" Target="tableStyles.xml" /><Relationship Id="rId4" Type="http://schemas.openxmlformats.org/officeDocument/2006/relationships/theme" Target="theme/theme1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Relationship Id="rId10" Type="http://schemas.openxmlformats.org/officeDocument/2006/relationships/slide" Target="slides/slide5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524000" y="1122363"/>
            <a:ext cx="9144000" cy="2387600"/>
          </a:xfrm>
          <a:ln>
            <a:headEnd type="none"/>
            <a:tailEnd type="none"/>
          </a:ln>
        </p:spPr>
        <p:txBody>
          <a:bodyPr anchor="b" wrap="square"/>
          <a:lstStyle>
            <a:lvl1pPr algn="ctr">
              <a:defRPr sz="60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524000" y="3602038"/>
            <a:ext cx="9144000" cy="1655762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2400" dirty="0"/>
            </a:lvl1pPr>
            <a:lvl2pPr marL="457200" indent="0" algn="ctr">
              <a:buNone/>
              <a:defRPr sz="2000" dirty="0"/>
            </a:lvl2pPr>
            <a:lvl3pPr marL="914400" indent="0" algn="ctr">
              <a:buNone/>
              <a:defRPr sz="1800" dirty="0"/>
            </a:lvl3pPr>
            <a:lvl4pPr marL="1371600" indent="0" algn="ctr">
              <a:buNone/>
              <a:defRPr sz="1600" dirty="0"/>
            </a:lvl4pPr>
            <a:lvl5pPr marL="1828800" indent="0" algn="ctr">
              <a:buNone/>
              <a:defRPr sz="1600" dirty="0"/>
            </a:lvl5pPr>
            <a:lvl6pPr marL="2286000" indent="0" algn="ctr">
              <a:buNone/>
              <a:defRPr sz="1600" dirty="0"/>
            </a:lvl6pPr>
            <a:lvl7pPr marL="2743200" indent="0" algn="ctr">
              <a:buNone/>
              <a:defRPr sz="1600" dirty="0"/>
            </a:lvl7pPr>
            <a:lvl8pPr marL="3200400" indent="0" algn="ctr">
              <a:buNone/>
              <a:defRPr sz="1600" dirty="0"/>
            </a:lvl8pPr>
            <a:lvl9pPr marL="3657600" indent="0" algn="ctr">
              <a:buNone/>
              <a:defRPr sz="1600" dirty="0"/>
            </a:lvl9pPr>
          </a:lstStyle>
          <a:p>
            <a:pPr/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1850" y="1709738"/>
            <a:ext cx="10515600" cy="2852737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60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1850" y="4589463"/>
            <a:ext cx="10515600" cy="150018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400" dirty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white">
          <a:xfrm>
            <a:off x="838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6172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365125"/>
            <a:ext cx="10515600" cy="1325563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9788" y="1681163"/>
            <a:ext cx="5157787" cy="823912"/>
          </a:xfrm>
          <a:ln>
            <a:headEnd type="none"/>
            <a:tailEnd type="none"/>
          </a:ln>
        </p:spPr>
        <p:txBody>
          <a:bodyPr anchor="b" wrap="square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839788" y="2505075"/>
            <a:ext cx="5157787" cy="368458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6172200" y="1681163"/>
            <a:ext cx="5183188" cy="823912"/>
          </a:xfrm>
          <a:ln>
            <a:headEnd type="none"/>
            <a:tailEnd type="none"/>
          </a:ln>
        </p:spPr>
        <p:txBody>
          <a:bodyPr anchor="b" wrap="square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white">
          <a:xfrm>
            <a:off x="6172200" y="2505075"/>
            <a:ext cx="5183188" cy="368458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32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3200" dirty="0"/>
            </a:lvl1pPr>
            <a:lvl2pPr>
              <a:defRPr sz="2800" dirty="0"/>
            </a:lvl2pPr>
            <a:lvl3pPr>
              <a:defRPr sz="2400" dirty="0"/>
            </a:lvl3pPr>
            <a:lvl4pPr>
              <a:defRPr sz="2000" dirty="0"/>
            </a:lvl4pPr>
            <a:lvl5pPr>
              <a:defRPr sz="2000" dirty="0"/>
            </a:lvl5pPr>
            <a:lvl6pPr>
              <a:defRPr sz="2000" dirty="0"/>
            </a:lvl6pPr>
            <a:lvl7pPr>
              <a:defRPr sz="2000" dirty="0"/>
            </a:lvl7pPr>
            <a:lvl8pPr>
              <a:defRPr sz="2000" dirty="0"/>
            </a:lvl8pPr>
            <a:lvl9pPr>
              <a:defRPr sz="2000" dirty="0"/>
            </a:lvl9pPr>
          </a:lstStyle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32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white"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3200" dirty="0"/>
            </a:lvl1pPr>
            <a:lvl2pPr marL="457200" indent="0">
              <a:buNone/>
              <a:defRPr sz="2800" dirty="0"/>
            </a:lvl2pPr>
            <a:lvl3pPr marL="914400" indent="0">
              <a:buNone/>
              <a:defRPr sz="2400" dirty="0"/>
            </a:lvl3pPr>
            <a:lvl4pPr marL="1371600" indent="0">
              <a:buNone/>
              <a:defRPr sz="2000" dirty="0"/>
            </a:lvl4pPr>
            <a:lvl5pPr marL="1828800" indent="0">
              <a:buNone/>
              <a:defRPr sz="2000" dirty="0"/>
            </a:lvl5pPr>
            <a:lvl6pPr marL="2286000" indent="0">
              <a:buNone/>
              <a:defRPr sz="2000" dirty="0"/>
            </a:lvl6pPr>
            <a:lvl7pPr marL="2743200" indent="0">
              <a:buNone/>
              <a:defRPr sz="2000" dirty="0"/>
            </a:lvl7pPr>
            <a:lvl8pPr marL="3200400" indent="0">
              <a:buNone/>
              <a:defRPr sz="2000" dirty="0"/>
            </a:lvl8pPr>
            <a:lvl9pPr marL="3657600" indent="0">
              <a:buNone/>
              <a:defRPr sz="2000" dirty="0"/>
            </a:lvl9pPr>
          </a:lstStyle>
          <a:p>
            <a:pPr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white">
          <a:xfrm>
            <a:off x="8724900" y="365125"/>
            <a:ext cx="26289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xfrm>
            <a:off x="838200" y="365125"/>
            <a:ext cx="77343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838200" y="365125"/>
            <a:ext cx="10515600" cy="1325563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>
            <a:normAutofit/>
          </a:bodyPr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8200" y="1825625"/>
            <a:ext cx="10515600" cy="4351338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wrap="square">
            <a:normAutofit/>
          </a:bodyPr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8382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l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4038600" y="6356350"/>
            <a:ext cx="41148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ct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86106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rtl="0" algn="l" defTabSz="914400">
        <a:lnSpc>
          <a:spcPct val="90000"/>
        </a:lnSpc>
        <a:spcBef>
          <a:spcPct val="0"/>
        </a:spcBef>
        <a:buNone/>
        <a:defRPr sz="44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rtl="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 defTabSz="914400">
        <a:defRPr lang="en-US" dirty="0"/>
      </a:defPPr>
      <a:lvl1pPr marL="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2860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7432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2004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6576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3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4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5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 rot="0">
            <a:off x="0" y="0"/>
            <a:ext cx="18745200" cy="107442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 rot="0">
            <a:off x="0" y="0"/>
            <a:ext cx="18745200" cy="107442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 rot="0">
            <a:off x="0" y="0"/>
            <a:ext cx="18745200" cy="107442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 rot="0">
            <a:off x="3048000" y="1714500"/>
            <a:ext cx="12649200" cy="73152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 rot="0">
            <a:off x="3048000" y="1714500"/>
            <a:ext cx="12649200" cy="73152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Essential Presentation</Application>
  <Characters>0</Characters>
  <Lines>0</Lines>
  <MMClips>0</MMClips>
  <Notes>0</Notes>
  <Pages>0</Pages>
  <Paragraphs>0</Paragraphs>
  <HiddenSlides>0</HiddenSlides>
  <LinksUpToDate>false</LinksUpToDate>
  <ScaleCrop>false</ScaleCrop>
  <Slides>0</Slides>
  <TotalTime>0</TotalTime>
  <Words>0</Words>
  <AppVersion>12.0000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terms:modified xsi:type="dcterms:W3CDTF">2026-07-23T04:08:44Z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/>
</file>